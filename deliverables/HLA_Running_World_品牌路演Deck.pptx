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8ea35f3731417f" /><Relationship Type="http://schemas.openxmlformats.org/officeDocument/2006/relationships/extended-properties" Target="/docProps/app.xml" Id="Rdb6e625a9f974d66" /><Relationship Type="http://schemas.openxmlformats.org/officeDocument/2006/relationships/officeDocument" Target="/ppt/presentation.xml" Id="Rf30c9ac4c51f4e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5838f33a34ec9"/>
  </p:sldMasterIdLst>
  <p:notesMasterIdLst>
    <p:notesMasterId xmlns:r="http://schemas.openxmlformats.org/officeDocument/2006/relationships" r:id="R321c0503807a451b"/>
  </p:notesMasterIdLst>
  <p:sldIdLst>
    <p:sldId xmlns:r="http://schemas.openxmlformats.org/officeDocument/2006/relationships" id="256" r:id="R6065dc481bcd401e"/>
    <p:sldId xmlns:r="http://schemas.openxmlformats.org/officeDocument/2006/relationships" id="257" r:id="R0fce8b71781a4997"/>
    <p:sldId xmlns:r="http://schemas.openxmlformats.org/officeDocument/2006/relationships" id="258" r:id="R0226af71fac74839"/>
    <p:sldId xmlns:r="http://schemas.openxmlformats.org/officeDocument/2006/relationships" id="259" r:id="Rf55eeb6d79e1490e"/>
    <p:sldId xmlns:r="http://schemas.openxmlformats.org/officeDocument/2006/relationships" id="260" r:id="R2740179ebd404d5d"/>
    <p:sldId xmlns:r="http://schemas.openxmlformats.org/officeDocument/2006/relationships" id="261" r:id="Re8ecda22cd5a40fc"/>
    <p:sldId xmlns:r="http://schemas.openxmlformats.org/officeDocument/2006/relationships" id="262" r:id="R49d666799dd1447e"/>
    <p:sldId xmlns:r="http://schemas.openxmlformats.org/officeDocument/2006/relationships" id="263" r:id="Re4ab50284abc46e4"/>
    <p:sldId xmlns:r="http://schemas.openxmlformats.org/officeDocument/2006/relationships" id="264" r:id="R8107f038ecf34990"/>
    <p:sldId xmlns:r="http://schemas.openxmlformats.org/officeDocument/2006/relationships" id="265" r:id="R62c9b83a0ef24fd9"/>
    <p:sldId xmlns:r="http://schemas.openxmlformats.org/officeDocument/2006/relationships" id="266" r:id="Rfc014ab51f9e4a55"/>
    <p:sldId xmlns:r="http://schemas.openxmlformats.org/officeDocument/2006/relationships" id="267" r:id="R67b91b5e91214f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c44b81fdb44eda" /><Relationship Type="http://schemas.openxmlformats.org/officeDocument/2006/relationships/slideMaster" Target="/ppt/slideMasters/slideMaster1.xml" Id="R93b5838f33a34ec9" /><Relationship Type="http://schemas.openxmlformats.org/officeDocument/2006/relationships/notesMaster" Target="/ppt/notesMasters/notesMaster1.xml" Id="R321c0503807a451b" /><Relationship Type="http://schemas.openxmlformats.org/officeDocument/2006/relationships/presProps" Target="/ppt/presProps.xml" Id="Ra683198ba18f410a" /><Relationship Type="http://schemas.openxmlformats.org/officeDocument/2006/relationships/viewProps" Target="/ppt/viewProps.xml" Id="R89593985ac08435c" /><Relationship Type="http://schemas.openxmlformats.org/officeDocument/2006/relationships/tableStyles" Target="/ppt/tableStyles.xml" Id="Rbf5e142ba4374cdb" /><Relationship Type="http://schemas.openxmlformats.org/officeDocument/2006/relationships/slide" Target="/ppt/slides/slide1.xml" Id="R6065dc481bcd401e" /><Relationship Type="http://schemas.openxmlformats.org/officeDocument/2006/relationships/slide" Target="/ppt/slides/slide2.xml" Id="R0fce8b71781a4997" /><Relationship Type="http://schemas.openxmlformats.org/officeDocument/2006/relationships/slide" Target="/ppt/slides/slide3.xml" Id="R0226af71fac74839" /><Relationship Type="http://schemas.openxmlformats.org/officeDocument/2006/relationships/slide" Target="/ppt/slides/slide4.xml" Id="Rf55eeb6d79e1490e" /><Relationship Type="http://schemas.openxmlformats.org/officeDocument/2006/relationships/slide" Target="/ppt/slides/slide5.xml" Id="R2740179ebd404d5d" /><Relationship Type="http://schemas.openxmlformats.org/officeDocument/2006/relationships/slide" Target="/ppt/slides/slide6.xml" Id="Re8ecda22cd5a40fc" /><Relationship Type="http://schemas.openxmlformats.org/officeDocument/2006/relationships/slide" Target="/ppt/slides/slide7.xml" Id="R49d666799dd1447e" /><Relationship Type="http://schemas.openxmlformats.org/officeDocument/2006/relationships/slide" Target="/ppt/slides/slide8.xml" Id="Re4ab50284abc46e4" /><Relationship Type="http://schemas.openxmlformats.org/officeDocument/2006/relationships/slide" Target="/ppt/slides/slide9.xml" Id="R8107f038ecf34990" /><Relationship Type="http://schemas.openxmlformats.org/officeDocument/2006/relationships/slide" Target="/ppt/slides/slide10.xml" Id="R62c9b83a0ef24fd9" /><Relationship Type="http://schemas.openxmlformats.org/officeDocument/2006/relationships/slide" Target="/ppt/slides/slide11.xml" Id="Rfc014ab51f9e4a55" /><Relationship Type="http://schemas.openxmlformats.org/officeDocument/2006/relationships/slide" Target="/ppt/slides/slide12.xml" Id="R67b91b5e91214f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0e7c97a0914e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cdf5d94c654655" /><Relationship Type="http://schemas.openxmlformats.org/officeDocument/2006/relationships/notesMaster" Target="/ppt/notesMasters/notesMaster1.xml" Id="R3ecf95955f884b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3b06dd5d0d4629" /><Relationship Type="http://schemas.openxmlformats.org/officeDocument/2006/relationships/notesMaster" Target="/ppt/notesMasters/notesMaster1.xml" Id="R67ae368cae9747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92a7a065614a58" /><Relationship Type="http://schemas.openxmlformats.org/officeDocument/2006/relationships/notesMaster" Target="/ppt/notesMasters/notesMaster1.xml" Id="R8ee94436097749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841031fd7f4f0f" /><Relationship Type="http://schemas.openxmlformats.org/officeDocument/2006/relationships/notesMaster" Target="/ppt/notesMasters/notesMaster1.xml" Id="Rd3ad11b1316348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1b67f82ef346f3" /><Relationship Type="http://schemas.openxmlformats.org/officeDocument/2006/relationships/notesMaster" Target="/ppt/notesMasters/notesMaster1.xml" Id="R5327cb8551db4d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fd0d88de0a462f" /><Relationship Type="http://schemas.openxmlformats.org/officeDocument/2006/relationships/notesMaster" Target="/ppt/notesMasters/notesMaster1.xml" Id="Rbe5060325a7b4a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015fb5919c4e44" /><Relationship Type="http://schemas.openxmlformats.org/officeDocument/2006/relationships/notesMaster" Target="/ppt/notesMasters/notesMaster1.xml" Id="Rfd08842d6ba64c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1b371d0e774237" /><Relationship Type="http://schemas.openxmlformats.org/officeDocument/2006/relationships/notesMaster" Target="/ppt/notesMasters/notesMaster1.xml" Id="Rce44cb82b8084b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f41125e6124c9a" /><Relationship Type="http://schemas.openxmlformats.org/officeDocument/2006/relationships/notesMaster" Target="/ppt/notesMasters/notesMaster1.xml" Id="Ra0a59dca76374f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2785bc38d140fe" /><Relationship Type="http://schemas.openxmlformats.org/officeDocument/2006/relationships/notesMaster" Target="/ppt/notesMasters/notesMaster1.xml" Id="Rd8e08e0bbd594d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0259117bed4f42" /><Relationship Type="http://schemas.openxmlformats.org/officeDocument/2006/relationships/notesMaster" Target="/ppt/notesMasters/notesMaster1.xml" Id="R3ec6b22ead4f4d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864d1ebaa14c94" /><Relationship Type="http://schemas.openxmlformats.org/officeDocument/2006/relationships/notesMaster" Target="/ppt/notesMasters/notesMaster1.xml" Id="R9741c1377ad048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9357c064549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6773cc22df4442" /><Relationship Type="http://schemas.openxmlformats.org/officeDocument/2006/relationships/slideLayout" Target="/ppt/slideLayouts/slideLayout1.xml" Id="Ra6f07c5b2fae48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f07c5b2fae48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1ac07282e4b97" /><Relationship Type="http://schemas.openxmlformats.org/officeDocument/2006/relationships/image" Target="/ppt/media/image.jpeg" Id="Re0acd4a4f0e94d85" /><Relationship Type="http://schemas.openxmlformats.org/officeDocument/2006/relationships/notesSlide" Target="/ppt/notesSlides/notesSlide1.xml" Id="R7170c73951f646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95c6058374852" /><Relationship Type="http://schemas.openxmlformats.org/officeDocument/2006/relationships/notesSlide" Target="/ppt/notesSlides/notesSlide2.xml" Id="R1e77b2e1481747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3b8ec1aa445c1" /><Relationship Type="http://schemas.openxmlformats.org/officeDocument/2006/relationships/notesSlide" Target="/ppt/notesSlides/notesSlide3.xml" Id="Rb8f44a37612e46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21e151fc6409c" /><Relationship Type="http://schemas.openxmlformats.org/officeDocument/2006/relationships/notesSlide" Target="/ppt/notesSlides/notesSlide4.xml" Id="R756b76d689d940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adec4c2874697" /><Relationship Type="http://schemas.openxmlformats.org/officeDocument/2006/relationships/notesSlide" Target="/ppt/notesSlides/notesSlide5.xml" Id="R9dc42fde86ab4d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9629ba68547a2" /><Relationship Type="http://schemas.openxmlformats.org/officeDocument/2006/relationships/notesSlide" Target="/ppt/notesSlides/notesSlide6.xml" Id="Rd17ff8b4081340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369a220e04b6f" /><Relationship Type="http://schemas.openxmlformats.org/officeDocument/2006/relationships/image" Target="/ppt/media/image2.jpeg" Id="Rea63515a31614052" /><Relationship Type="http://schemas.openxmlformats.org/officeDocument/2006/relationships/image" Target="/ppt/media/image3.jpeg" Id="R83137be5e1ec42b1" /><Relationship Type="http://schemas.openxmlformats.org/officeDocument/2006/relationships/image" Target="/ppt/media/image4.jpeg" Id="Rd32fa4830e464247" /><Relationship Type="http://schemas.openxmlformats.org/officeDocument/2006/relationships/image" Target="/ppt/media/image5.jpeg" Id="Rd9a790e85dc6478a" /><Relationship Type="http://schemas.openxmlformats.org/officeDocument/2006/relationships/image" Target="/ppt/media/image6.jpeg" Id="R2a7199518afc4996" /><Relationship Type="http://schemas.openxmlformats.org/officeDocument/2006/relationships/notesSlide" Target="/ppt/notesSlides/notesSlide7.xml" Id="R1ae8a646513b48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aa396f6fb464a" /><Relationship Type="http://schemas.openxmlformats.org/officeDocument/2006/relationships/image" Target="/ppt/media/image7.jpeg" Id="R221026beceea4402" /><Relationship Type="http://schemas.openxmlformats.org/officeDocument/2006/relationships/notesSlide" Target="/ppt/notesSlides/notesSlide8.xml" Id="R74be0a3e5e5e48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a4d151fcd43b7" /><Relationship Type="http://schemas.openxmlformats.org/officeDocument/2006/relationships/notesSlide" Target="/ppt/notesSlides/notesSlide9.xml" Id="Ra2863a67d3b843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97f9fb3a9436d" /><Relationship Type="http://schemas.openxmlformats.org/officeDocument/2006/relationships/notesSlide" Target="/ppt/notesSlides/notesSlide10.xml" Id="Recaa472f159a4a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8ed86027f4a7f" /><Relationship Type="http://schemas.openxmlformats.org/officeDocument/2006/relationships/notesSlide" Target="/ppt/notesSlides/notesSlide11.xml" Id="R5055b4aa6aa343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d512da1a34444" /><Relationship Type="http://schemas.openxmlformats.org/officeDocument/2006/relationships/notesSlide" Target="/ppt/notesSlides/notesSlide12.xml" Id="Rbabaca9b2d3c4f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16678C-4720-47FB-A51E-D8D6BE0D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0485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FB18E-01B3-40EF-9CAB-CE407716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25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C0B3B-6F07-472E-87D8-9DB9A0D3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2870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V0.6 FINAL | 品牌共创交流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3D83E-1EFC-45E0-8A36-16ADCCED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049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HLA Running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91A39-A1FE-4D35-909E-70822BCA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把真实跑步，变成品牌与跑者之间持续发生的数字陪伴。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BE07C-CA87-47DA-A49D-14922728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5572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这不是一个成熟产品的售卖方案，而是一份基于跑者痛点、品牌线下资产和可点击 Demo 的共创讨论材料。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D9F13-779F-456F-94B0-492CAC98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65FF9-21E4-40BB-A67D-76DDDC21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跑者视角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B5520-00AB-48DE-B1D8-81496857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05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36CC2-B48F-4E3B-97FF-71B5777A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815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C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C6A00"/>
                </a:solidFill>
                <a:latin typeface="Microsoft YaHei"/>
                <a:ea typeface="Microsoft YaHei"/>
                <a:cs typeface="Microsoft YaHei"/>
              </a:rPr>
              <a:t>年轻技术视角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37546-415E-4E7C-B372-1D2FA554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053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26157-8783-4E99-8A7A-00AC93F4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114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可点击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BCCDD-8109-49F3-BE7D-62AF66AA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Roadshow objective: 争取一次内部共创评估会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926F4-6C37-4FFD-A643-0D9B08FB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742950"/>
            <a:ext cx="24384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cd4a4f0e94d85"/>
          <a:stretch xmlns:a="http://schemas.openxmlformats.org/drawingml/2006/main"/>
        </p:blipFill>
        <p:spPr>
          <a:xfrm xmlns:a="http://schemas.openxmlformats.org/drawingml/2006/main">
            <a:off x="8710409" y="819150"/>
            <a:ext cx="2200681" cy="4953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7DBF7-44B7-41AC-9F28-C40DD471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934075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首页 / 数字赛季入口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94EA2-8A76-433D-AF25-2D282831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AA6E7-A4E3-49BF-BAD8-CA715A85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Final Roadshow Package | Co-creation Narrative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BBE25-DFE0-4254-9BBA-D428E5A6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96596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F0E6C7-1144-4A41-81F1-681AAF18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OPENING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2EDDD-99EE-4931-9157-3C87425F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先放低姿态：从路演请求，转为共创交流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4E25F-60C7-43B8-8E65-7CA9DCCB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核心目标不是索取固定人数、周期或资源，而是让品牌相关人员愿意认真讨论方向。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3EAC9-5744-41E0-895D-393F9B9A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Running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68A21-7DB0-4E84-B376-BDD079FE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E172E-EAB9-45DB-818C-1E838159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E2EA0-9B93-4801-95B3-ADB4F4C7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47925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不把 Demo 当成最终产品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00E3B-E8B2-4F0E-BA2E-DEDCB351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724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当前版本只用于示意体验逻辑：路线、地图、跑后反馈、分享和个人页都能点击，但远非最终产品形态。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D7593-2306-4CCA-8E69-EE0469E1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0B8B7-79D0-4039-AF76-3EBD2E81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288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13A86-C97C-4ED4-A568-AA10FEB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47925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不预设品牌资源承诺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24745-501A-44A3-9A6D-EC80DE6D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38450"/>
            <a:ext cx="2724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先判断方向是否符合品牌战略、赛事运营和技术承接条件，再决定是否小范围验证。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2FDD7-870E-4A70-9AD3-47E4C825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42EAC-D669-4F6D-A0D7-77C10C8A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2D4C5-00F4-47AF-BAD8-E61A9F4A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47925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把我放进共创关系中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C92B0-42B1-451E-8E5B-3AF944A0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2724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我提供跑者视角、技术原型和后续顾问支持；完整产品应由品牌、赛事运营和技术团队共同定义。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DCD40-EA3E-443C-A0EA-781A717B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450DB-1155-465F-B455-E1E8CBF5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530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现场表达方式：真诚讨论 &gt; 产品推销；方向共识 &gt; 规模承诺；品牌共创 &gt; 外部自嗨。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2E5A08-E392-46CF-890B-96200A8E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BCDE3-7C21-485F-AC01-AA30AFEB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Final Roadshow Package | Co-creation Narrative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0D54B-E5EF-4A62-A149-0C336C67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1790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0D708-DCEF-47AD-BCA3-E9D005A5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RUNNER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31BB1-8C6B-4B98-8DC5-992F12FF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跑者痛点：训练周期长，但日常反馈太少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D201C-4D84-47E8-B6EE-1896C14A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普通跑者不缺一次赛事的热闹，缺的是训练日常中持续、及时、能看见进步的陪伴。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B15A2-D64A-49BC-B442-B59C1EC6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Running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B830A-D735-41A9-A13C-BF75D9E0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476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E92CC-1FED-4738-96D2-3EFD8FB6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训练孤独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0B6B3-5BB7-44AB-B766-774F0574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057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备赛通常持续 8-16 周，很多训练发生在独自跑、重复跑、下班后跑的场景里。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26D20-36DF-4775-A060-20C5BE8D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5000"/>
            <a:ext cx="2476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DF990-9047-40D4-80C9-8CC508AD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反馈滞后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036C9-0C40-4830-84E5-7E312223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2057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配速和里程是数据，但很难让跑者每天感到“我离目标更近了”。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C808C-B4A4-414C-82CF-A96BB017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2476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98BED-9D85-4CB3-AD0C-E4EF6945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动力波动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7190F-608B-404B-9037-37478A2D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14600"/>
            <a:ext cx="2057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目标越长，越需要阶段性成就、社群比较和被理解的鼓励。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55ED2-8460-4C50-92EC-BBD78BEE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76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165F3-2874-4A10-8C0D-88383483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内容割裂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853A7-5ABC-4D96-A76C-2703063B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14600"/>
            <a:ext cx="2057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赛事、装备、跑团、城市故事往往停留在线下节点，没有变成持续体验。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97040-09F5-4E02-88FE-9FB3DFED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典型用户分层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EBF9D-C034-44DD-BFF0-75063B92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01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CDBE3-29CC-46A6-9375-D4F1595E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入门跑者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EA6D5-FFEA-4F90-8656-65B4577B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67250"/>
            <a:ext cx="581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需要可理解目标、低压力鼓励、基础知识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91E7B-6BC6-4900-BDD8-68803CD4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434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43A859-CE62-4D7E-AC76-B5E39F7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0062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半马/全马备赛者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616BA6-74A0-489D-AAD3-70AD23A3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00625"/>
            <a:ext cx="581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需要周期反馈、训练建议、阶段成就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DCDE58-A152-47F3-B0C5-23695F8F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768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C19DD-BE7D-487B-93C2-A6104BF3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跑团成员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0A3160-9717-4A72-A433-EB7495A5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34000"/>
            <a:ext cx="581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需要排行、协作目标、团队荣誉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6D4B7B-AC5B-41DD-8E70-89EAB1A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022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B72249-46B6-4B1A-80D7-6311EBC3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67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城市赛事用户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E7A62E-0166-4577-A8C3-1A109E5F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581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需要路线故事、赛事权益、可分享内容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F8392A-9ACB-41A3-BF25-7A445E65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AD065A-AC0E-450F-9102-072A2F4D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Final Roadshow Package | Co-creation Narrative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639DD2-8464-41D6-9FB4-809E401F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4738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BA538D-B99A-4C69-96CE-623AF2AC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BRAND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C7114-6374-4220-ABA4-B5EF9175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海澜之家已有线下跑步资产，线上持续陪伴关系仍可补强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F0876-A573-4818-8DD1-4C003923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POW 澜跑、澜跑研习社、无锡马拉松、江阴半马和越野赛事等资产，适合向数字赛季延展。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3F54E-7C4A-415D-9692-7C845BBD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Running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1D1CD-F82E-4E09-8B14-AA570DB4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3571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A04DC-A600-4796-91B3-84A3B0D8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赛事节点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A3FCA-0709-4514-97F2-CDEBCA58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3152775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无锡马拉松、江阴半马、越野赛事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F57C1-1D35-4F8C-9173-AE69072B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571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DD243-B60E-4BE8-BCE0-28137183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跑团/训练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A5C5F-E1B1-4532-B541-1943E6F4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3152775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POW 澜跑、澜跑研习社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9D4BE-7D2F-4641-A481-62220CAF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3571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BB773-5792-47BA-8F30-68A42CD1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城市空间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4C970-5B4B-468F-ACE2-9ABB74A1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3152775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体育公园、江苏城市路线、文旅节点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D2A0F-5626-46DF-9877-F2D183DF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3571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71478-EF88-4BBA-B9F2-334A9331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装备与会员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7BF1E-17E0-49FE-862B-7105240F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3152775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跑步装备、权益、品牌会员体系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954BB-6AAC-4EEC-A8F2-FAE27906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38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线下触点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B8F36-6563-4CA6-8923-B3F8C671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4EE0B-13B7-4A7B-86F8-F267BE36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90900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FE1EB-5EEB-4D51-AE0A-F6C28DEE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095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FC287-2530-4603-A199-ED5B328E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可补强的数字关系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2F7B0-45AD-42AE-A282-3C3314D3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把训练日常纳入品牌体验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让路线进度、故事节点和权益随跑步推进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把跑团、赛事和分享变成持续互动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为后续 AI 陪跑积累用户理解与场景数据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244D5-F9B9-424F-B7C1-86179D37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判断依据：项目总纲已补入公开报道线索。本页为品牌机会判断，不把外部报道直接等同于内部战略承诺。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C4799-D1ED-41CE-BA79-1811E03C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3D76E-C8FB-4A17-B38E-057F3630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Final Roadshow Package | Co-creation Narrative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B3211-F739-413F-8AA3-97DC09CC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9511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938AAA-CD3E-4355-883E-94110214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PRODUCT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9F46F-9A17-4AD3-A5FE-1A24E8F9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核心循环：让每次真实跑步都推进品牌数字路线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F491D-1829-4E1F-892F-7F56EB99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从一次跑步记录开始，把地图、节点故事、AI 反馈、排行和分享连成持续增长循环。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46257-A708-4A39-9A4A-43AEAF88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Running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C6243-A493-40CD-977F-DB67C712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415F5-151A-45F0-AFDB-745CD2DA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7D867-9D2F-470F-9A12-5655AB07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05075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真实跑步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819EA-0017-4F80-85FE-8D7C786B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记录距离、配速、时间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8F78F-7B3F-48D0-8DD2-7190573A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193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91F11-1401-4FB8-ADC8-D13CBDD6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47925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0AB10-6C7E-4F34-A9EC-9E9E7BBA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3EBCE-E9C2-49F1-B6B5-233D9284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CFE81-A22F-44D9-AA81-2DF4D83B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05075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推进路线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8AEB7-CB15-43D7-A537-66CBE6DE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点亮江苏城市节点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CD825-75BD-4FB8-BFA3-29F3F3CB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52BA1-85DD-41E1-B668-A7F9AD85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47925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8DB0E-F25A-4258-B6FA-DAC8A4B0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5A015-F3F0-4941-80AF-4C7B5F19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860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45C0B-9075-431F-A463-CB0BCACB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05075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节点故事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63C93-26D1-40EB-83B3-F926F289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城市、赛事、品牌内容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8FB32-070C-455A-9AF4-437EAC11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385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44D9A-3BFF-4A75-A842-B8EF272B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5623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8000E-8A9B-4A70-8CEB-BF346071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2A3DA-D376-4EA4-B164-B70046C9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18C42-C9E6-46A5-B080-47357396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81475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AI 反馈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1F622-4314-439D-B24B-563B09E3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跑后总结与训练建议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32CAA-BAAE-4AF9-B839-4C75FE3F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9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B0946C-D879-4453-9931-0C5544BE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24325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37454E-D2B7-4D24-B3CE-09403E8F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588C35-A2EB-49D1-833B-611A2B4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FE2269-C433-475A-B710-E099530C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81475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排行权益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693BA-7AFC-43C4-AFC8-19A024AF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7200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个人/跑团目标与激励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29B210-E87B-4D46-BE59-99DD5606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957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DE763C-EC47-436E-9AC3-C789AEA2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24325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A4AB0A-3671-43D1-8C43-8E427E4C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719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B78FC4-E325-4790-A94A-1F20749C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624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60B49B-AD4B-4FA9-8025-3EE800AC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81475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分享传播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A57D62-28EA-4257-A50F-3CA1521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生成个人战绩卡片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85A4DE-BF7D-4842-B52E-9477B127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984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E37FA4-1313-42D5-8C3A-926EE9E5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86375"/>
            <a:ext cx="942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增长逻辑：Reach（赛事/跑团入口）→ Activation（首次路线进度）→ Engagement（日常训练反馈）→ Retention（赛季目标/排行）→ Advocacy（分享卡）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ECF951-3EA0-440B-9CF7-9636794A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C97FA8-C255-40FA-8D80-7C76A187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Final Roadshow Package | Co-creation Narrative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A11849-8122-4209-ACD8-EEB21E3B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7194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AD14A-2B85-446D-B13B-A903BDA2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DEMO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12F70-70CB-4D21-B9EC-3A03F674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 V0.6 Demo：页面流完整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CF15A-2280-44F6-A08B-03BAE83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重点用于讨论体验逻辑；真实动态/静态地图可正常加载，AI Provider 限流暂不作为本轮核心风险。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6B7F0-06F7-49C4-9363-25A1DFE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Running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BD551-E586-45D5-9A4F-70A37153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952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3DDA5-9F2E-486E-AD6F-4F85A2A9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7A661-0DEA-4521-BEE8-C4179369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5335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赛季入口、累计跑量、路线进度、快捷进入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4258F-D422-4DC0-B483-725E87A7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1952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28A01-B446-4D0A-8B23-3BCA81E6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6695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路线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7FE5A-350E-4ED2-8F05-35339F3B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67000"/>
            <a:ext cx="15335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真实地图、江苏路线、节点推进、城市故事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BE3CC-7FC4-4751-9201-0C8A8F4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57400"/>
            <a:ext cx="1952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BD44B-A65E-48E3-AFE3-445EDC7B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跑后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1B3C2-5F74-473C-803C-8EE0BAA2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67000"/>
            <a:ext cx="15335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地图进度、节点故事、AI 教练、权益侧栏、历史撤销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F402B-441D-4F6F-BD2B-C531D853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57400"/>
            <a:ext cx="1952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AAACC-A7A5-49BB-83EC-45356782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95140-1F7D-4D35-BD0B-70383792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15335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路线进度、个人信息、跑团/排名数据、品牌陪伴表达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2711C-E2FC-4F63-9FD2-32C1C91E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1952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31EAA-8DFA-4F89-B05A-6E3F8082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6695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59171-0E2B-480A-977E-D8292F9C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67000"/>
            <a:ext cx="15335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头像昵称、跑量、连续天数、个人/跑团排行、徽章权益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11CA7-1779-444F-9E79-6625373C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V0.6 新增表达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37C2E-237B-4D39-8CB0-D7E8088E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742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跑后页面升级为更完整的训练反馈工作台：路线进度、节点内容、AI 建议和权益一起出现。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最小数据存储：匿名访客、本地 localStorage 桶、访问者之间可保持独立演示状态。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临时部署已完成：可作为内部预览链接使用，但仍不等同于正式生产服务。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7E7D1-E203-448E-A13A-3F74219A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24350"/>
            <a:ext cx="114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32914-EBBB-4DE8-84D0-B07DD237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958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8973D-E93F-4DBD-8C9E-74C80A26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577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可演示页面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5FACC-3EAC-434C-8C30-600F0AB5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243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2DBB8C-7A12-4980-8B8D-1BCFA079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9580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30 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50EBBB-DEAF-49FD-B140-486CDBEC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数字赛季容器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D7E3B-25F7-44D3-976F-BC69BC87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FCFC06-BFFD-4BF7-8382-B98D4680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Final Roadshow Package | Co-creation Narrative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02AB81-F31A-4A58-A0C3-38DEEC14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20757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DF52DF-7312-4394-AD16-A288BCD9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MOBILE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1E8B4-3CD9-445A-A3C3-058A5017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五个核心页面：从赛季入口到个人赛季档案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42610-087F-4B3C-B241-8849F0B7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手机竖屏截图来自本地预览，地图页等待真实地图和路线稳定后截取。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DFA26-C37B-4315-A31C-31370EC0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Running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B541E-DBCB-4D91-880D-C7890F7F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57350"/>
            <a:ext cx="2124075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A28D1-2890-4E2A-9C08-B1ADA28C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657350"/>
            <a:ext cx="2124075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CF029-F043-4122-816C-078A6F81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657350"/>
            <a:ext cx="2124075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A9161-BFF7-493C-B58D-1D88501A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657350"/>
            <a:ext cx="2124075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7A00D-ABC6-40C3-B8E3-B3DD4E87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657350"/>
            <a:ext cx="2124075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3515a31614052"/>
          <a:stretch xmlns:a="http://schemas.openxmlformats.org/drawingml/2006/main"/>
        </p:blipFill>
        <p:spPr>
          <a:xfrm xmlns:a="http://schemas.openxmlformats.org/drawingml/2006/main">
            <a:off x="591363" y="1724025"/>
            <a:ext cx="1912900" cy="4305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BA9C3-7BD9-4C65-B7ED-5D1B9C7F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37be5e1ec42b1"/>
          <a:stretch xmlns:a="http://schemas.openxmlformats.org/drawingml/2006/main"/>
        </p:blipFill>
        <p:spPr>
          <a:xfrm xmlns:a="http://schemas.openxmlformats.org/drawingml/2006/main">
            <a:off x="2915463" y="1724025"/>
            <a:ext cx="1912900" cy="43053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81F61-4903-44D7-AE43-98D9E4CF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72200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路线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fa4830e464247"/>
          <a:stretch xmlns:a="http://schemas.openxmlformats.org/drawingml/2006/main"/>
        </p:blipFill>
        <p:spPr>
          <a:xfrm xmlns:a="http://schemas.openxmlformats.org/drawingml/2006/main">
            <a:off x="5239563" y="1724025"/>
            <a:ext cx="1912900" cy="43053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2D59A-2AC0-4B80-9E36-A1BF6361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跑后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790e85dc6478a"/>
          <a:stretch xmlns:a="http://schemas.openxmlformats.org/drawingml/2006/main"/>
        </p:blipFill>
        <p:spPr>
          <a:xfrm xmlns:a="http://schemas.openxmlformats.org/drawingml/2006/main">
            <a:off x="7525405" y="1724025"/>
            <a:ext cx="1989416" cy="4305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8C1C3-1610-4101-B24F-B492F751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172200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分享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199518afc4996"/>
          <a:stretch xmlns:a="http://schemas.openxmlformats.org/drawingml/2006/main"/>
        </p:blipFill>
        <p:spPr>
          <a:xfrm xmlns:a="http://schemas.openxmlformats.org/drawingml/2006/main">
            <a:off x="9887763" y="1724025"/>
            <a:ext cx="1912900" cy="4305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DC70C-4D21-40B6-887B-953BC20A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172200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6E63B-D727-40AA-8E77-9620C52C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1D4FE-FAF5-43F3-AD84-ED070F3F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Final Roadshow Package | Co-creation Narrative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8EAA7-36C6-488E-ACBF-10BC32AA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549977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72115D-DBBB-40CB-B5EA-583773D1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RUN-AFTER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A6AF8-482D-4EBC-8A1B-4CBFC082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跑后页面：把一次训练变成可理解、可推进、可继续的反馈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2A7EB-AF3B-4A4A-8A8E-4CFB1A87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的重点不是堆功能，而是让跑者在跑后立刻看见“我完成了什么、推进到哪里、下一步该怎么做”。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965C6-8FD8-4A3A-8796-0632E3B3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Running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86335-045A-4FCD-8850-5697B7FA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0193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026beceea4402"/>
          <a:stretch xmlns:a="http://schemas.openxmlformats.org/drawingml/2006/main"/>
        </p:blipFill>
        <p:spPr>
          <a:xfrm xmlns:a="http://schemas.openxmlformats.org/drawingml/2006/main">
            <a:off x="874449" y="1695450"/>
            <a:ext cx="1794402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EE831-82C9-4B13-8244-5BAF87F2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跑后反馈页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57264-DD7A-47B2-8FBE-2144ED5B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6690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79846-353F-4F4E-82A0-E98F174B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764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地图与路线进度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D97D2-0F57-4B22-9BA3-6EF5979C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7650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跑后马上看到路线推进、当前位置和节点关系，让训练不是孤立数字。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1A492-00E7-4935-B89D-432B32BF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FE2FB-6D51-4B5D-AF83-D9261344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节点故事侧栏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E35EF-83F4-4426-857B-34043EF8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把城市、赛事、品牌内容挂到真实训练进度上，形成内容消费理由。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C5EB2-8658-4116-8BF1-A689A736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6690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6E4B2-ADCA-434F-BEDD-7CFD2C1D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764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AI 教练聊天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AA30B-97D5-4820-B08A-D331D4E0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当前是示意，未来可升级为有长期记忆和主动提醒的 AI 陪跑。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27B89-27BF-4A09-BE3A-E698E8D1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8615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08D2C-5604-42AC-8CED-8AA36313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957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权益/徽章激励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D168C-6A7E-4C87-8020-FA094C26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9575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跑步行为对应可视化进度、权益和下一阶段目标。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755E0-2905-41A8-8571-13F2BC79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7F3CDE-941B-4173-A983-2224DA86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历史记录撤销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DEE51-2D14-4FC4-B4C7-9A22431D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本地演示可以保留和撤销历史，便于现场展示不同路径。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AE534-03FE-47DD-A87D-F07A644B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094D0-473A-440D-B8F0-560C55F2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14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体验判断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3E931-F075-4753-8BE7-FFAA9065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9575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跑者不只是看一次结果，而是被引导进入下一次训练。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F375F-0C2B-424C-87C5-BBA1A843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88C46-30A9-455B-A23A-93C44F19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Final Roadshow Package | Co-creation Narrative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80810E-FEF7-4DFC-BBDC-753421B1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538117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ACBBC2-727A-4D90-8085-05006BBC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PREVIEW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BA34A-1347-42DC-9F1A-E547C89B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内部预览与数据边界：可以演示，不包装成生产系统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CAF38-92E4-477E-B055-D36426D9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清晰说明边界，比过度承诺更容易赢得品牌方信任。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2066D-0B2E-4981-8399-8622DFD5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Running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01A03-6407-4BFD-A555-749182AA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8768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E8047-EAB6-4E5C-878C-AB578BAC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当前可以稳定表达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2FA9B-7FDF-415D-A752-903A4D81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页面流完整：首页、路线、跑后、分享、我的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地图能力正常：本地开发可用真实动态地图，生产静态地图可兜底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最小本地数据：匿名访客、localStorage、个人进度与社区样本池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临时部署链接可供内部预览和传播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369F0-5FE8-4559-8A1B-332584CE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48768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BB319-2675-4BD1-883C-8E037EF4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28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当前不应承诺为正式能力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99DC9-AE40-4980-9D76-B1D2D37F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没有正式登录、数据库、跨设备同步和隐私合规模块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AI Provider 限流/额度暂不处理，不影响概念表达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模拟社区数据只用于真实使用界面示意，不包装成真实运营数据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商业规则、权益兑换和赛事系统对接需品牌共同定义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72FD0-FE72-41C7-80B9-34EC7369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4B59D-91B0-4638-A6FD-671F4987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57800"/>
            <a:ext cx="843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路演话术：Demo 是讨论体验逻辑的工具，不是向品牌交付的最终产品。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30345-AF18-4A5C-B1B9-37512372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2CA1E-E80B-4CA6-B8DC-8005DDD8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Final Roadshow Package | Co-creation Narrative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58562-49C2-4AD8-973F-A3AFF933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576588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3B6D99-2602-4FF2-A130-9F4F3796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AI-NATIVE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819EF-554E-4689-BA2B-CC14747E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未来升级：让 AI 陪跑成为贯穿体验的核心角色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9476D-CC62-4D69-B3E0-937024AB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这部分是中长期产品想象，不作为当前 Demo 的即时承诺；它说明项目具备持续成长空间。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1A54A-CA13-4966-8D65-2B7B1F9E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Running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73026-1313-4B94-ACFA-4AC1A877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162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C7865-9DBF-472E-979B-09336228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957EF-C8D5-4DC7-8BC7-D2F42435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记得用户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0A011-9E21-49C5-A5F9-426B1A97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743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为每个用户构建私密的个性化训练记忆：个人信息、目标赛事、身体状态、历史训练、路线推进和情绪反馈。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853D2-475A-459E-9B9E-C09A0063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3162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EB6AE-E672-4C4B-B5B7-F6D0155E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526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PROACTIVE COACH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CA88D-F214-4908-8C54-82E926FA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71725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主动陪伴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7CE62-C8D6-47D8-8777-6CBB3396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62250"/>
            <a:ext cx="2743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不只是被动问答，而是在训练前、中、后根据实时情况给出提醒、建议、复盘和鼓励。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A4B71-F273-4C5E-8510-6CE438A9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62150"/>
            <a:ext cx="3162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5894A-8917-43DD-9148-A15F4B29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526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INTELLIGENT WORLD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D6A58-7443-45B0-9308-630B862A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71725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智能世界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0A2BB-9E88-4CE4-BEAC-74DDD004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743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路线、节点故事和地图逐步升级为更丰富的可视体验：卫星/三维街景、实时建模、数字人渲染等。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93C76-58F6-42E0-9A83-A9E11BDF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演进路线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E91AB-EFEC-427B-9702-B88E0DB1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244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ED1A0-2C50-4055-A224-A70E54C7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006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V0.6 概念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26DEB2-9C04-4A18-A3C1-876A3F56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863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B14DA-6129-4CB4-A470-B02E0BD4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14875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F6423-2A27-439B-BB5E-9D08DA12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244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D6F11-B27C-432E-A610-6F589199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006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品牌共创版本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05CE7-9902-4990-A438-3F10C6D2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863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CECCB-09C5-4520-B21F-D955D19A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14875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CDA878-E8C1-4074-BEE5-EF23B124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244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0EDA6-6233-4D54-855F-A3BA5A64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C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C6A00"/>
                </a:solidFill>
                <a:latin typeface="Microsoft YaHei"/>
                <a:ea typeface="Microsoft YaHei"/>
                <a:cs typeface="Microsoft YaHei"/>
              </a:rPr>
              <a:t>AI-Native 跑步伴侣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2C56FA-FDE4-4F10-82BB-1A87A850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863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BCFFC3-DA02-43D5-A3BB-3848E3CB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14875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1D7A78-3D75-4043-BC82-552A5940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7244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0F2170-96AB-45B3-B251-68E124F9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006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品牌数字跑步世界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3B925B-DCDD-40AA-AC1B-C090378C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650392-CD4F-4FF1-8626-CE94AF09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Final Roadshow Package | Co-creation Narrative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D0206E-43D7-406B-AC6F-43F83B80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204251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F5F7E2-FB17-4C1B-B7F8-72E76238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COOPERATION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01E49-C0C6-41EB-8BD2-CE44BC54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商业化想象：先共创产品，再决定验证规模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E9FC1-9C04-4BC1-97B4-48DF7F87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合作重点不是一次活动，而是把赛事、跑团、会员、装备和数字陪伴放到同一条产品路径里。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8D571-E5F4-4621-88E2-F08182FF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Running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647BE-EC49-46AE-89A0-22A5ED89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96358-FFE8-4698-B4AC-385C0498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5EC57-9020-40FD-9721-C2D889D1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品牌数字赛季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1490B-CF48-4B16-A48C-F329312B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628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围绕江苏路线或赛事周期，形成 30 天/60 天线上训练季。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296A0-FA74-4EC4-AA92-C4611725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621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C9CBC-BE1E-42C1-93DB-E8D67AB9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526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4F42B-F5B2-465F-A7F6-FAD9CFFE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71725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赛前训练营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23F23-FFED-48ED-A4E9-8F13B6DA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2628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连接马拉松报名、备赛计划、跑团训练和赛前激励。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91430-0C0E-4A85-8DD7-B0BEC90A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621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B9D34-FB47-4F56-871C-DBFB2779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20E2F-5D6F-44C0-9547-653DACF8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71725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跑团挑战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40AD2-6B90-4A1F-80EC-497B18FE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2628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城市/门店/企业跑团排行，强化组织传播和团队荣誉。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DECB7-D9F3-4C9B-BE33-B5DA1495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4ED0E-66F5-4A04-90F5-4C0BAFEF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75D87-849A-4145-9E34-BC6F5779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会员与权益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7B12B-4CD5-4C68-BB2C-0A471B09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628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把装备、徽章、福利和线下服务纳入训练进度。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318CD-4206-4E15-B5BE-F3FAE28A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480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86977-B332-4198-8978-3EF0376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C9E66-0C4D-4F5E-BD81-DE11553A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57625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城市内容合作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62B53-44F7-4455-9E96-4CFF7F49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48150"/>
            <a:ext cx="2628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把路线故事、文旅节点和赛事传播做成可分享内容。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1C5A8-17AA-4138-8EA1-F979CD68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480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66ACB-B595-4BE1-95DC-5324AFDB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385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5BF617-7CB0-44A9-A110-3790D952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57625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AI 陪跑平台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B20051-B3F9-4BC8-8CA2-DB06F24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2628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长期沉淀用户理解，形成品牌自有的数字陪伴关系。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EF90C7-86AB-4289-B315-4FD55A99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C876B-C3BC-4E44-B49A-1D132FA1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927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价值桥：赛事/跑团触达 → 数字赛季激活 → 日常训练留存 → 分享传播扩散 → 会员/装备/权益转化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811EF7-59BE-424C-B206-9470738B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430EE7-5B27-4987-84AD-C81289C6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Final Roadshow Package | Co-creation Narrative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2362A2-2D9D-4259-B848-94C2036C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034673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9A9CFB-3FD6-49A3-A9F0-004AC131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66290-3676-49A9-AE48-8997DD0B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下一步诉求：一次内部共创评估会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6EA24-B0CE-43F3-BFF9-8B2205DB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希望品牌方先判断方向，再共同定义产品化路径、技术承接和验证方式。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E6CA9-7ABF-4909-B2C7-19B790AF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HLA Running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E6890-DC23-4BD7-A292-32DC1E27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71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1412B-6588-460A-9096-70068A8E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A6262-B04A-4A7A-A12A-846EEECA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方向共识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FB194-B171-4C14-8365-91B6B66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257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是否值得作为品牌数字跑步体验继续讨论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ED5E9-2827-449D-B267-15685C5A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95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9622A-AEDA-4E16-8B34-7ABD7AAE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24175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9948F-6747-4113-8313-5156C934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71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A1D3B-E603-4B6F-A5C4-3F8EB1AA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47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03F0B-C422-48BE-9A7F-E47D63E3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场景共创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E296A-0A08-496B-82C1-0910A94B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38500"/>
            <a:ext cx="1257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首条路线、赛事触点、跑团入口、内容边界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AA097-A424-4999-9F61-63E204E7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95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7C750-19BC-489B-A484-28FF4BC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24175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A8154-4F80-41E8-BA76-219EA634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57400"/>
            <a:ext cx="171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4DC06-19CF-43D4-95A1-7BBA3FA0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47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07BFD-F077-4E1C-AC92-8C9B6513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13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产品定义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46B1E-5DBF-4D70-B675-B323EDE8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38500"/>
            <a:ext cx="1257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用户路径、数据边界、权益规则、AI 能力范围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6EC69-9524-4738-8CB0-85BD5070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95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EFBA23-144E-45A7-AC4A-0150C02F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24175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137220-1A0E-4BB1-ADC8-92DE966B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57400"/>
            <a:ext cx="171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CB0FB-942C-4BF7-B4A8-C76073DB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94B2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B3B61-AA2D-47A7-A055-FDD29628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技术承接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1C0209-86BC-46F8-B0B0-DF3DD397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257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由品牌/赛事运营/技术团队评估实现方式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9928CF-664C-412C-8254-8D40C70A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95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AE5136-0AED-4552-A2BA-75909B0E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4175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B00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3EBC85-1E70-428C-8F0A-FFA36BA6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57400"/>
            <a:ext cx="171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DBDC31-909B-4894-AE10-48FB6600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856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B51983-0A68-4F00-9405-7E1A0D0B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小范围验证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BB716C-813B-4482-BA8D-49C64894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38500"/>
            <a:ext cx="1257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在共识后再决定人数、周期和资源投入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44AF5-E74A-411D-A837-ED809688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62500"/>
            <a:ext cx="925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16161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85747F-F26D-4D38-8657-08C18CB3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91100"/>
            <a:ext cx="842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希望共同确认：目标用户、首条路线、赛事/跑团入口、数据与隐私边界、技术负责人、后续评估节奏。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37115B-B7C2-422F-86D7-99D0698B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95950"/>
            <a:ext cx="7277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我的角色：外部技术顾问 / 项目参与者，继续提供原型、技术方案与体验共创支持。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70AF50-CC08-421A-A647-1788D2B6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350313-3F13-42ED-9985-AEAF0E48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V0.6 Final Roadshow Package | Co-creation Narrative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83C9C7-A5EC-4CD9-AC4C-5F81C4CE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15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23747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2026-06-09T16:26:31.9010000Z</dcterms:created>
  <dcterms:modified xsi:type="dcterms:W3CDTF">2026-06-09T16:26:31.9020000Z</dcterms:modified>
</coreProperties>
</file>